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210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607398" cy="3743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SIH26132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Strengthening Market Linkages and price discovery for farmers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 - Agriculture, FoodTech &amp; Rural Development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[Enter your registered Team ID] -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395246"/>
            <a:ext cx="12191998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AgriLink – an AI-powered marketplace connecting farmers directly to verified buyers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Farmers list crop, quantity &amp; grade; verified buyers within range see the lot instantly and send offers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An AI Smart Sell Score (price trend + weather + mandi supply) tells the farmer when to sell or hold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Removes price opacity and distress selling, and cuts out unverified middlemen who erode farmer income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AI negotiation assistant suggests a fair-price range live during offers, so deals are never one-sided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Automatic fraud/underpricing flags, tracked payments, a formal dispute channel, and Tamil + voice input for accessibility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Agri</a:t>
            </a:r>
          </a:p>
          <a:p>
            <a:pPr algn="ctr"/>
            <a:r>
              <a:rPr lang="en-US" dirty="0"/>
              <a:t>Connect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06244" y="1563329"/>
            <a:ext cx="918865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Frontend: React.js progressive web app, with Tamil/English toggle and voice input (speech-to-text)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Intelligence layer: Time-series price-forecast model on mandi arrivals + weather data; fair-price estimator; trust/fraud scoring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Backend &amp; data: Node.js/Python APIs, cloud database; Agmarknet (govt. mandi prices) &amp; IMD weather data feeds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Flow: Farmer lists lot → AI Smart Sell Score computed → Verified buyers matched &amp; notified → AI-assisted negotiation → Deal logged → Payment/logistics tracked → Dispute resolution if needed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Working prototype already built: listing, marketplace, negotiation, transactions &amp; impact-dashboard modules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9CE0963-4CEE-C3A9-7BE9-B3B916E44F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Agri</a:t>
            </a:r>
          </a:p>
          <a:p>
            <a:pPr algn="ctr"/>
            <a:r>
              <a:rPr lang="en-US" dirty="0"/>
              <a:t>Connect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641987"/>
            <a:ext cx="10844981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Feasible today: built entirely on free government data (Agmarknet, IMD) and runs on any basic smartphone — no new hardware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Challenge: farmer trust &amp; adoption in early stages → Mitigation: pilot through existing FPOs who already have farmer trust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Challenge: inconsistent rural internet connectivity → Mitigation: SMS/offline-fallback mode for low-connectivity areas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Challenge: accuracy depends on government data feeds → Mitigation: manual verification layer as a backup when feeds lag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3D3CCD9-343A-7F71-7BC3-A09AB39710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Agri</a:t>
            </a:r>
          </a:p>
          <a:p>
            <a:pPr algn="ctr"/>
            <a:r>
              <a:rPr lang="en-US" dirty="0"/>
              <a:t>Connect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79837"/>
            <a:ext cx="10746658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Target audience: smallholder farmers, Farmer Producer Organisations (FPOs), and verified agri-buyers/traders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Economic: higher price realisation for farmers by removing opaque, middlemen-heavy pricing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Social: Tamil-language UI and voice input make it usable by low-literacy, first-time smartphone users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Environmental: better sell-timing guidance reduces distress selling and post-harvest produce spoilage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Trust: verified buyers and a formal grievance channel reduce payment defaults and delivery disputes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C651273-483C-3B54-B35A-26692391B2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Agri</a:t>
            </a:r>
          </a:p>
          <a:p>
            <a:pPr algn="ctr"/>
            <a:r>
              <a:rPr lang="en-US" dirty="0"/>
              <a:t>Connect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CFAC8DF-12C0-6EDD-4281-5781FB1464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Agri</a:t>
            </a:r>
          </a:p>
          <a:p>
            <a:pPr algn="ctr"/>
            <a:r>
              <a:rPr lang="en-US" dirty="0"/>
              <a:t>Connect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3F466-B1AB-2A58-42BD-C293353B696C}"/>
              </a:ext>
            </a:extLst>
          </p:cNvPr>
          <p:cNvSpPr txBox="1"/>
          <p:nvPr/>
        </p:nvSpPr>
        <p:spPr>
          <a:xfrm>
            <a:off x="727587" y="1479836"/>
            <a:ext cx="107859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Mitra,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Mookherjee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Torero &amp;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Visaria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(2016) – middlemen margins of 28–38% of wholesale price found in Indian potato supply chains</a:t>
            </a:r>
          </a:p>
          <a:p>
            <a:pPr algn="just"/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Agriculture Institute research review – farmers' share of consumer price for fruits &amp; vegetables in India ranges from just 32–68%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Indian Journal of Agricultural Sciences (2022) – marketing constraints caused 48% &amp; 19% income loss for perishable &amp; non-perishable crops respectively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Ministry of Agriculture &amp; Farmers Welfare, Govt. of India – AGMARKNET portal (agmarknet.gov.in) – daily mandi price &amp; arrival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Ministry of Agriculture &amp; Farmers Welfare, Govt. of India – National Agriculture Market /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eNAM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(enam.gov.in) – electronic trading platform for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agri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commodities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7546</TotalTime>
  <Words>616</Words>
  <Application>Microsoft Office PowerPoint</Application>
  <PresentationFormat>Widescreen</PresentationFormat>
  <Paragraphs>87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Sirisha B</cp:lastModifiedBy>
  <cp:revision>148</cp:revision>
  <dcterms:created xsi:type="dcterms:W3CDTF">2013-12-12T18:46:50Z</dcterms:created>
  <dcterms:modified xsi:type="dcterms:W3CDTF">2026-09-01T08:31:59Z</dcterms:modified>
  <cp:category/>
</cp:coreProperties>
</file>